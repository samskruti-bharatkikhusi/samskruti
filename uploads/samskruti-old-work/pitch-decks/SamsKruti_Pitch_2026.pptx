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Box Sales</c:v>
                </c:pt>
              </c:strCache>
            </c:strRef>
          </c:tx>
          <c:spPr>
            <a:solidFill>
              <a:srgbClr val="C865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45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Platform</c:v>
                </c:pt>
              </c:strCache>
            </c:strRef>
          </c:tx>
          <c:spPr>
            <a:solidFill>
              <a:srgbClr val="E8A8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30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B2B &amp; Experiences</c:v>
                </c:pt>
              </c:strCache>
            </c:strRef>
          </c:tx>
          <c:spPr>
            <a:solidFill>
              <a:srgbClr val="2C1F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25</c:v>
                </c:pt>
                <c:pt idx="2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7A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D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7A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372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7F3"/>
    </a:solidFill>
    <a:ln w="6350" cap="flat">
      <a:solidFill>
        <a:srgbClr val="E8DDD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F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-777240"/>
            <a:ext cx="3474720" cy="3474720"/>
          </a:xfrm>
          <a:prstGeom prst="ellipse">
            <a:avLst/>
          </a:prstGeom>
          <a:solidFill>
            <a:srgbClr val="281508"/>
          </a:solidFill>
          <a:ln w="12700">
            <a:solidFill>
              <a:srgbClr val="2815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21208" y="2286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5029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992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showing India.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Helping people feel India.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feel lost experiencing India.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2743200" cy="294436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unified guide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" y="2779776"/>
            <a:ext cx="2743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926080"/>
            <a:ext cx="23957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Travelers search YouTube, Instagram, and travel blogs — getting fragmented, surface-level information with no cultural depth.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19072"/>
            <a:ext cx="2743200" cy="294436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02736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Experiences feel hollow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02736" y="2779776"/>
            <a:ext cx="2743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2926080"/>
            <a:ext cx="23957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visits focus on "Top 10 spots" and ignore the why — the stories, traditions, and people that make a city alive.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1719072"/>
            <a:ext cx="2743200" cy="294436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01384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culture goes unseen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01384" y="2779776"/>
            <a:ext cx="2743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926080"/>
            <a:ext cx="23957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Artisans, historians, hidden traditions, and local food narratives are invisible to the modern traveler.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0F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cannot be understood through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highlights. It has to be experienced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stories, people, and context.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323240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528316" y="320040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42616" y="323240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Post-pandemic travelers want meaning-driven journeys — not just destinations.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demand is there. The platform to deliver it is not.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4526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SAMSKRUTI THESIS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— A living cultural narrative of India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810512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16152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Storyteller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6152" y="213055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Captures the soul of cities beyond tourist spots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18888" y="1627632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0056" y="1810512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4628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213055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someone feel a city in even a short visit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383280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" y="34198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16152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16152" y="370332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Connects modern audiences to layered cultural roots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18888" y="3200400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0056" y="3383280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4628" y="34198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70332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Surfaces local artisans, food, and hidden treasures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CITY FRAMEWORK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city. Four dimensions. One story.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7282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Famous dishes, street food, recipes and the stories behind them. What a city eats tells you who it 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18888" y="1572768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7373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50408" y="17282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1768" y="215798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Sites, monuments, and traditions worth visiting — curated with context, not just location pins.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36976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01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392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&amp; Craft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221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artisans, weaving traditions, pottery, music — the hands that carry culture forward.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18888" y="3236976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3401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50408" y="3392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Treasures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01768" y="38221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Unseen places, forgotten stories, and local secrets that no travel guide has ever written about.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appetite for authentic India is at its peak.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743200" cy="166420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72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$32.7B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04088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HERITAGE TOURISM (2024)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0408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$57B by 2033 · 6.8% CAGR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417320"/>
            <a:ext cx="2743200" cy="166420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572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02736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SHARE FROM CULTURAL HERITAGE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02736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largest revenue driver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0216" y="1417320"/>
            <a:ext cx="2743200" cy="166420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572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01384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CREATOR ECONOMY (2025)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01384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$5.9B by 2027 · 22% CAGR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05556"/>
            <a:ext cx="10607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613916" y="3273552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8216" y="3305556"/>
            <a:ext cx="10607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C1F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tailwinds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rot="2700000">
            <a:off x="502920" y="385876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7764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Post-pandemic shift to meaning-driven, experiential travel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2700000">
            <a:off x="4818888" y="385876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7764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initiatives: Dekho Apna Desh, Swadesh Darshan, Adopt a Heritage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2700000">
            <a:off x="502920" y="42702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879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600M+ internet users; vernacular &amp; regional content booming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2700000">
            <a:off x="4818888" y="42702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1879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millennials (31–50) are fastest-growing traveler segment at 7.4% CAGR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 segments. One common need.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2743200" cy="331012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2743200" cy="5943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Diaspora (NRI)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₹₹₹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487168"/>
            <a:ext cx="29260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67512" y="26700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emotional connection to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2700000">
            <a:off x="667512" y="314553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to reconnect with roots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2700000">
            <a:off x="667512" y="362102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spending power, premium buyers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01568" y="1444752"/>
            <a:ext cx="2743200" cy="331012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444752"/>
            <a:ext cx="2743200" cy="5943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Domestic Urban Indians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₹₹₹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2487168"/>
            <a:ext cx="29260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3566160" y="26700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31–50 age group is fastest growing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2700000">
            <a:off x="3566160" y="314553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meaningful experiences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2700000">
            <a:off x="3566160" y="362102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Connected, digitally savvy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0216" y="1444752"/>
            <a:ext cx="2743200" cy="331012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0216" y="1444752"/>
            <a:ext cx="2743200" cy="5943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Tourists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64808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$$$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64808" y="2487168"/>
            <a:ext cx="29260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6464808" y="26700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4264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the #1 cultural destination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rot="2700000">
            <a:off x="6464808" y="314553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4264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guided, trustworthy platform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 rot="2700000">
            <a:off x="6464808" y="362102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84264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experience seekers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is doing what we do.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103120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06040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CULTURAL DEPTH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78808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CITY FRAMEWORK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51576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43016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ARTISAN SUPPORT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24344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5784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PHYGITAL EXP.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1892808"/>
            <a:ext cx="2103120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92808"/>
            <a:ext cx="54864" cy="45720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19842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78808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51576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51576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24344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2350008"/>
            <a:ext cx="2103120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4414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MakeMyTrip / TripAdvisor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06040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78808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78808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51576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4344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24344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2807208"/>
            <a:ext cx="2103120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28986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 Creators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78808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78808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51576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1576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4344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24344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2920" y="3264408"/>
            <a:ext cx="2103120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3558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 Inspirations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06040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178808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78808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751576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1576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24344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24344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2920" y="3721608"/>
            <a:ext cx="2103120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38130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Tourism Boards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606040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06040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178808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78808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751576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24344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24344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02920" y="46451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is the only platform combining narrative storytelling, city-by-city framework, artisan marketplace and physical experiences.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PROOF OF CONCEPT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with Varanasi — the city that defines India.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170432" cy="1170432"/>
          </a:xfrm>
          <a:prstGeom prst="ellipse">
            <a:avLst/>
          </a:prstGeom>
          <a:solidFill>
            <a:srgbClr val="281508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190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3192" y="2834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BOXES TO LAUNCH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170432" cy="1170432"/>
          </a:xfrm>
          <a:prstGeom prst="ellipse">
            <a:avLst/>
          </a:prstGeom>
          <a:solidFill>
            <a:srgbClr val="281508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7190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10512" y="2834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BOXES FOR REVENUE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1170432" cy="1170432"/>
          </a:xfrm>
          <a:prstGeom prst="ellipse">
            <a:avLst/>
          </a:prstGeom>
          <a:solidFill>
            <a:srgbClr val="281508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190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27832" y="2834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BOXES FOR FEEDBACK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434840" y="1508760"/>
            <a:ext cx="4297680" cy="438912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AF7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Jul–Aug 2026  ·  Launch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₹2,000 – ₹5,000  ·  target price per box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395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 the Varanasi box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 rot="2700000">
            <a:off x="4434840" y="276148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68833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Famous Banarasi food item or spice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2700000">
            <a:off x="4434840" y="310896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03580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art or craft piece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2700000">
            <a:off x="4434840" y="3456432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 guide card — Ganga, Ghats, temples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2700000">
            <a:off x="4434840" y="38039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3075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treasure story card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rot="2700000">
            <a:off x="4434840" y="415137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07822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code → SamsKruti digital platform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2700000">
            <a:off x="4434840" y="44988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42569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Handwritten narrative note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695444"/>
            <a:ext cx="15179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2071116" y="46634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85416" y="4695444"/>
            <a:ext cx="15179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828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box is not the product. It is the gateway to the SamsKruti experience.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→ Platform → Cities → Physical Spaces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029968" cy="38404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AF7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Jul–Dec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594360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50 Varanasi boxes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rot="2700000">
            <a:off x="594360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cultural narrative resonance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2700000">
            <a:off x="594360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feedback loop from 15 review boxes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rot="2700000">
            <a:off x="594360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pricing &amp; demand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79192" y="1481328"/>
            <a:ext cx="20299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70632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Jan–Jun 2027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70632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Platform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70632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770632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SamsKruti app &amp; website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2700000">
            <a:off x="2770632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Varanasi digital guide goes live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2700000">
            <a:off x="2770632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QR-driven engagement from boxes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rot="2700000">
            <a:off x="2770632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/ subscription launch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55464" y="1481328"/>
            <a:ext cx="20299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6904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46904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2027–2028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46904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to 6 Cities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46904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946904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Ayodhya, Jaipur, Udaipur + 3 more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 rot="2700000">
            <a:off x="4946904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8072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City-by-city box series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 rot="2700000">
            <a:off x="4946904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8072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marketplace integration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rot="2700000">
            <a:off x="4946904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8072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partnerships with tourism boards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31736" y="1481328"/>
            <a:ext cx="20299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23176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23176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2028+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23176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Spaces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123176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7123176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24344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cultural hubs at airports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 rot="2700000">
            <a:off x="7123176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Flagship Experience India centres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 rot="2700000">
            <a:off x="7123176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24344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 city immersion experiences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rot="2700000">
            <a:off x="7123176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24344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capital cultural malls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423160" y="1673352"/>
            <a:ext cx="155448" cy="0"/>
          </a:xfrm>
          <a:prstGeom prst="line">
            <a:avLst/>
          </a:prstGeom>
          <a:noFill/>
          <a:ln w="12700">
            <a:solidFill>
              <a:srgbClr val="E8DD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99432" y="1673352"/>
            <a:ext cx="155448" cy="0"/>
          </a:xfrm>
          <a:prstGeom prst="line">
            <a:avLst/>
          </a:prstGeom>
          <a:noFill/>
          <a:ln w="12700">
            <a:solidFill>
              <a:srgbClr val="E8DD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75704" y="1673352"/>
            <a:ext cx="155448" cy="0"/>
          </a:xfrm>
          <a:prstGeom prst="line">
            <a:avLst/>
          </a:prstGeom>
          <a:noFill/>
          <a:ln w="12700">
            <a:solidFill>
              <a:srgbClr val="E8DDD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streams. Unified by one brand narrative.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City Boxes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₹2K–5K / box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" y="2267712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340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City-themed boxes sold DTC and via platform. Scales with each new city launch.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1463040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0020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95928" y="1600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Membership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₹300–800 /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0" y="2267712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340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Subscribers get deep-dive city guides, audio stories, exclusive narratives.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0216" y="1463040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160020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94576" y="1600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Marketplace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4808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20–30% commission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64808" y="2267712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340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store featuring local craftspeople. Revenue share on each sale.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127248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2644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2644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Partnerships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₹1L–10L / project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7512" y="3931920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4005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Tourism boards, heritage hotels, airlines co-creating branded cultural content.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3127248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2644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95928" y="32644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Experiences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₹15K–50K / person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66160" y="3931920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005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small-group cultural immersions — the highest margin stream.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0216" y="3127248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32644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94576" y="32644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Spaces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64808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flagship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64808" y="3931920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4005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Airport hubs, cultural centres, Experience India destinations. Phase 4.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3-year view.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3258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325880"/>
            <a:ext cx="2651760" cy="969264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17920" y="16184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17920" y="2002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→ 500 boxes · 1 city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2441448"/>
            <a:ext cx="2651760" cy="969264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2532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17920" y="27340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₹1Cr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217920" y="3118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cities · Platform live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557016"/>
            <a:ext cx="2651760" cy="969264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3648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217920" y="38496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₹2.5Cr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17920" y="4233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cities · B2B contracts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timing has never been better.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Tourism at Record Highs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088" y="204825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heritage tourism hit $32.7B in 2024 with cultural experiences as the #1 driver. The appetite for authentic India is at its peak.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18888" y="148132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48132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Tailwinds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0056" y="204825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2026 explicitly backed India's creator economy. Swadesh Darshan, Dekho Apna Desh and the new Creator Labs are building the ecosystem SamsKruti operates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7296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 Economy Maturing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4088" y="373989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now has 35–45 lakh active creators and 100M+ participants. Audiences are shifting from free content to paying for trusted, curated narratives.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18888" y="317296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317296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+ Digital Convergence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0056" y="373989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VR/AR heritage experiences are receiving government grants. The market is actively looking for platforms that bridge physical and digital culture.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FOUNDER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founder. Why this idea.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920240" cy="1920240"/>
          </a:xfrm>
          <a:prstGeom prst="ellipse">
            <a:avLst/>
          </a:prstGeom>
          <a:solidFill>
            <a:srgbClr val="2C1F12"/>
          </a:solidFill>
          <a:ln w="1905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4708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&amp; Storyteller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0" y="1527048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6550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of Varanasi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0" y="1947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personal knowledge of India's most culturally rich city — not just researched, but lived.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404872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32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audience first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43200" y="28254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has an engaged following around Indian culture content — proving the narrative resonates.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282696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4107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 at heart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4320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Spent years traveling Indian cities, understanding local culture, traditions, and untold stories.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4160520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42885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vision clarity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743200" y="45811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phased plan from boxes to platform to physical — not just building a product, building a brand.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need. What you get.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4069080" cy="1508760"/>
          </a:xfrm>
          <a:prstGeom prst="rect">
            <a:avLst/>
          </a:prstGeom>
          <a:solidFill>
            <a:srgbClr val="2C1F12"/>
          </a:solidFill>
          <a:ln w="635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276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64792" y="1682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Content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" y="228600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41401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Varanasi box production · Expanding to 3 more cities · Deep cultural research &amp; content creation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48132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6276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1682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Platform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0056" y="228600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0056" y="241401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and website development · QR experience infrastructure · Membership system build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72968"/>
            <a:ext cx="4069080" cy="1508760"/>
          </a:xfrm>
          <a:prstGeom prst="rect">
            <a:avLst/>
          </a:prstGeom>
          <a:solidFill>
            <a:srgbClr val="2C1F12"/>
          </a:solidFill>
          <a:ln w="6350">
            <a:solidFill>
              <a:srgbClr val="2C1F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3192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764792" y="33741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" y="397764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10565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growth · Collaborations with YouTubers and travel creators · PR and launch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18888" y="317296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33192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080760" y="33741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0056" y="397764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410565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building · Legal, finance, logistics setup · Mentor network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0F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560320"/>
            <a:ext cx="4114800" cy="4114800"/>
          </a:xfrm>
          <a:prstGeom prst="ellipse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2880360"/>
            <a:ext cx="3474720" cy="3474720"/>
          </a:xfrm>
          <a:prstGeom prst="ellipse">
            <a:avLst/>
          </a:prstGeom>
          <a:solidFill>
            <a:srgbClr val="281508"/>
          </a:solidFill>
          <a:ln w="12700">
            <a:solidFill>
              <a:srgbClr val="2815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showing India.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Helping people feel India.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50088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683764" y="246888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250088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city. One India.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44622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www.samskruti.in   ·   contact@samskruti.in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4A37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SamsKruti — Investor Pitch 2026</dc:title>
  <dc:subject>PptxGenJS Presentation</dc:subject>
  <dc:creator>PptxGenJS</dc:creator>
  <cp:lastModifiedBy>PptxGenJS</cp:lastModifiedBy>
  <cp:revision>1</cp:revision>
  <dcterms:created xsi:type="dcterms:W3CDTF">2026-04-05T19:31:15Z</dcterms:created>
  <dcterms:modified xsi:type="dcterms:W3CDTF">2026-04-05T19:31:15Z</dcterms:modified>
</cp:coreProperties>
</file>