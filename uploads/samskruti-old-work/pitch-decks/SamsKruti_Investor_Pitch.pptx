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Box Sales</c:v>
                </c:pt>
              </c:strCache>
            </c:strRef>
          </c:tx>
          <c:spPr>
            <a:solidFill>
              <a:srgbClr val="E07B3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45</c:v>
                </c:pt>
                <c:pt idx="2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Digital Platform</c:v>
                </c:pt>
              </c:strCache>
            </c:strRef>
          </c:tx>
          <c:spPr>
            <a:solidFill>
              <a:srgbClr val="C996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</c:v>
                </c:pt>
                <c:pt idx="1">
                  <c:v>30</c:v>
                </c:pt>
                <c:pt idx="2">
                  <c:v>80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B2B &amp; Experiences</c:v>
                </c:pt>
              </c:strCache>
            </c:strRef>
          </c:tx>
          <c:spPr>
            <a:solidFill>
              <a:srgbClr val="4A7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</c:v>
                </c:pt>
                <c:pt idx="1">
                  <c:v>25</c:v>
                </c:pt>
                <c:pt idx="2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8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AF6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E07B39">
              <a:alpha val="12000"/>
            </a:srgbClr>
          </a:solidFill>
          <a:ln w="12700">
            <a:solidFill>
              <a:srgbClr val="E07B39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संस्कृति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showing India.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people feel India.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3200400" cy="2286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 ·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feel lost experiencing India.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unified guide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01752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search YouTube, Instagram, and travel blogs — getting fragmented, surface-level information with no cultural depth.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87452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011680"/>
            <a:ext cx="457200" cy="45720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2900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Experiences feel hollow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301752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visits focus on "Top 10 spots" and ignore the why — the stories, traditions, and people that make a city alive.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269748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011680"/>
            <a:ext cx="457200" cy="45720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culture goes unseen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301752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Artisans, historians, hidden traditions, and local food narratives are invisible to the modern traveler.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772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"India cannot be understood through</a:t>
            </a:r>
            <a:endParaRPr lang="en-US" sz="2800" dirty="0"/>
          </a:p>
          <a:p>
            <a:pPr algn="l" indent="0" marL="0">
              <a:buNone/>
            </a:pPr>
            <a:r>
              <a:rPr lang="en-US" sz="28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highlights. It has to be experienced</a:t>
            </a:r>
            <a:endParaRPr lang="en-US" sz="2800" dirty="0"/>
          </a:p>
          <a:p>
            <a:pPr algn="l" indent="0" marL="0">
              <a:buNone/>
            </a:pPr>
            <a:r>
              <a:rPr lang="en-US" sz="28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stories, people, and context."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474720"/>
            <a:ext cx="7680960" cy="2286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travelers want </a:t>
            </a:r>
            <a:pPr indent="0" marL="0">
              <a:buNone/>
            </a:pPr>
            <a:r>
              <a:rPr lang="en-US" sz="15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meaning-driven journeys</a:t>
            </a:r>
            <a:pPr indent="0" marL="0">
              <a:buNone/>
            </a:pPr>
            <a:r>
              <a:rPr lang="en-US" sz="15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just destinations. The demand is there. The platform to deliver it is not.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 — A living cultural narrative of India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783080"/>
            <a:ext cx="109728" cy="1234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92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Storyteller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soul of cities beyond tourist spots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78308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783080"/>
            <a:ext cx="109728" cy="1234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8928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73168" y="22860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someone feel a city in even a short visit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246120"/>
            <a:ext cx="109728" cy="1234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355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Bridge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6928" y="3749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modern audiences to layered cultural roots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0" y="3246120"/>
            <a:ext cx="39319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246120"/>
            <a:ext cx="109728" cy="12344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3558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73168" y="374904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local artisans, food, and hidden treasures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CITY FRAMEWORK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city. Four dimensions. One story.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755648"/>
            <a:ext cx="594360" cy="59436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556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dishes, street food, recipes and the stories behind them. What a city eats tells you who it is.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0" y="1755648"/>
            <a:ext cx="594360" cy="594360"/>
          </a:xfrm>
          <a:prstGeom prst="ellipse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75564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0352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Heritage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03520" y="2148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Sites, monuments, and traditions worth visiting — curated with context, not just location pins.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310128"/>
            <a:ext cx="594360" cy="594360"/>
          </a:xfrm>
          <a:prstGeom prst="ellipse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 &amp; Craft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703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artisans, weaving traditions, pottery, music — the hands that carry culture forward.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0" y="3310128"/>
            <a:ext cx="594360" cy="594360"/>
          </a:xfrm>
          <a:prstGeom prst="ellipse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331012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0352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Treasures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03520" y="37033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places, forgotten stories, and local secrets that no travel guide has ever written about.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2651760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$32.7B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Heritage Tourism (2024)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$57B by 2033 · 6.8% CAGR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651760" cy="109728"/>
          </a:xfrm>
          <a:prstGeom prst="rect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43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A7C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33756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from cultural heritage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largest revenue driver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96012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60120"/>
            <a:ext cx="2651760" cy="10972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11430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99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$2.5B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17220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Creator Economy (2025)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22677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$5.9B by 2027 · 22% CAGR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2971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tailwinds driving growth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474720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410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shift to meaning-driven, experiential travel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822192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75818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initiatives: Dekho Apna Desh, Swadesh Darshan, Adopt a Heritage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69664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10565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600M+ internet users; vernacular &amp; regional content booming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517136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53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millennials (31–50) are fastest-growing traveler segment at 7.4% CAGR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audience segments. One common need.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301752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00200"/>
            <a:ext cx="2651760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Indian Diaspora (NRI)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₹₹₹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76148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emotional connection to India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236976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1729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to reconnect with roots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712464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6484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spending power, premium buyers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600200"/>
            <a:ext cx="2651760" cy="301752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600200"/>
            <a:ext cx="2651760" cy="10972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Domestic Urban Indians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3756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₹₹₹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276148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47872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31–50 age group is fastest growing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37560" y="3236976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47872" y="31729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meaningful experiences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37560" y="3712464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47872" y="36484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Connected, digitally savvy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35040" y="1600200"/>
            <a:ext cx="2651760" cy="301752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600200"/>
            <a:ext cx="2651760" cy="109728"/>
          </a:xfrm>
          <a:prstGeom prst="rect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 Tourists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72200" y="2286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$$$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276148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is the #1 cultural destination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3236976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31729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guided, trustworthy platform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72200" y="3712464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364845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experience seekers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one is doing what we do.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1965960" cy="3657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6002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Platform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600200"/>
            <a:ext cx="1508760" cy="3657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600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Cultural Depth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0" y="1600200"/>
            <a:ext cx="1508760" cy="3657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0" y="1600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City Framework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394960" y="1600200"/>
            <a:ext cx="1508760" cy="3657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6002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Artisan Support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1600200"/>
            <a:ext cx="1600200" cy="3657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6002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Phygital Experience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011680"/>
            <a:ext cx="196596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011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0" y="2011680"/>
            <a:ext cx="150876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40480" y="2011680"/>
            <a:ext cx="150876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94960" y="2011680"/>
            <a:ext cx="150876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20116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49440" y="2011680"/>
            <a:ext cx="1600200" cy="4572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20116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74320" y="2514600"/>
            <a:ext cx="1965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5146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MakeMyTrip / TripAdvisor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286000" y="2514600"/>
            <a:ext cx="1508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40480" y="2514600"/>
            <a:ext cx="1508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94960" y="2514600"/>
            <a:ext cx="1508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49440" y="251460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251460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274320" y="3017520"/>
            <a:ext cx="196596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0175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YouTube creators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286000" y="3017520"/>
            <a:ext cx="150876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840480" y="3017520"/>
            <a:ext cx="150876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394960" y="3017520"/>
            <a:ext cx="150876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301752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949440" y="3017520"/>
            <a:ext cx="160020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30175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74320" y="3520440"/>
            <a:ext cx="1965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5204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Indic Inspirations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2286000" y="3520440"/>
            <a:ext cx="1508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0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3840480" y="3520440"/>
            <a:ext cx="1508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40480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394960" y="3520440"/>
            <a:ext cx="15087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352044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949440" y="3520440"/>
            <a:ext cx="1600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0" y="35204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274320" y="4023360"/>
            <a:ext cx="196596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023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State Tourism Boards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286000" y="4023360"/>
            <a:ext cx="150876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86000" y="4023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3840480" y="4023360"/>
            <a:ext cx="150876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840480" y="4023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394960" y="4023360"/>
            <a:ext cx="150876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4960" y="4023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6949440" y="4023360"/>
            <a:ext cx="1600200" cy="457200"/>
          </a:xfrm>
          <a:prstGeom prst="rect">
            <a:avLst/>
          </a:prstGeom>
          <a:solidFill>
            <a:srgbClr val="F0EBE3"/>
          </a:solidFill>
          <a:ln w="12700">
            <a:solidFill>
              <a:srgbClr val="E0D8D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9440" y="402336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274320" y="46634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SamsKruti is the only platform combining narrative storytelling, city-by-city framework, artisan marketplace and physical experiences.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Starting with Varanasi — the city that defines India.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822960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9164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7373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to launch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22960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28600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331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for revenue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80360"/>
            <a:ext cx="822960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88036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25880" y="29260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boxes for feedback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822960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747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Jul–Aug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25880" y="35204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launch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69080"/>
            <a:ext cx="822960" cy="47548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06908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₹2K–5K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25880" y="41148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price per box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600200"/>
            <a:ext cx="4023360" cy="3246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600200"/>
            <a:ext cx="4023360" cy="9144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 the Varanasi box?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37760" y="230428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48072" y="22402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Banarasi food item / spice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71576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48072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art or craft piece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937760" y="312724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48072" y="30632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Heritage guide card — Ganga, Ghats, temples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37760" y="353872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8072" y="3474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treasure story card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95020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48072" y="38862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→ SamsKruti digital platform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937760" y="436168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48072" y="429768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narrative note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52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box is not the product. It is the gateway to the SamsKruti experience.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Box → Platform → Cities → Physical Spaces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00200"/>
            <a:ext cx="2011680" cy="5029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" y="1837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Jul–Dec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29768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of Concept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" y="2743200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79192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50 Varanasi boxes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768" y="321868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54680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cultural narrative resonance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" y="3694176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630168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feedback loop from 15 review boxes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" y="4169664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105656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pricing &amp; demand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68880" y="16002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8880" y="1600200"/>
            <a:ext cx="2011680" cy="50292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78608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78608" y="1837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Jan–Jun 2027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78608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Platform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78608" y="2743200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0" y="2679192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SamsKruti app &amp; website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78608" y="321868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0" y="3154680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Varanasi digital guide goes live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578608" y="3694176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3630168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QR-driven engagement from boxes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78608" y="4169664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4105656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/ subscription launch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17720" y="16002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1600200"/>
            <a:ext cx="2011680" cy="502920"/>
          </a:xfrm>
          <a:prstGeom prst="rect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27448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27448" y="1837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2027–2028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727448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to 6 Cities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27448" y="2743200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0" y="2679192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Ayodhya, Jaipur, Udaipur + 3 more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27448" y="321868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3154680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City-by-city box series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27448" y="3694176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3630168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marketplace integration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27448" y="4169664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105656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partnerships with tourism boards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766560" y="1600200"/>
            <a:ext cx="201168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66560" y="1600200"/>
            <a:ext cx="2011680" cy="5029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76288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876288" y="1837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2028+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76288" y="2194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Spaces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76288" y="2743200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2679192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SamsKruti cultural hubs at airports/stations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876288" y="3218688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40880" y="3154680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Experience India centres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6288" y="3694176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40880" y="3630168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 city immersion experiences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76288" y="4169664"/>
            <a:ext cx="91440" cy="9144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40880" y="4105656"/>
            <a:ext cx="16916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capital cultural malls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streams. Unified by one brand narrative.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600200"/>
            <a:ext cx="2651760" cy="141732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00200"/>
            <a:ext cx="91440" cy="14173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9476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City Boxes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₹2K–5K / box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City-themed boxes sold DTC and via platform. Scales with each new city launch.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600200"/>
            <a:ext cx="2651760" cy="141732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54680" y="1600200"/>
            <a:ext cx="91440" cy="141732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9476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Membership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₹300–800 / month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get deep-dive city guides, audio stories, exclusive narratives.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1600200"/>
            <a:ext cx="2651760" cy="141732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600200"/>
            <a:ext cx="91440" cy="1417320"/>
          </a:xfrm>
          <a:prstGeom prst="rect">
            <a:avLst/>
          </a:prstGeom>
          <a:solidFill>
            <a:srgbClr val="4A7C6F"/>
          </a:solidFill>
          <a:ln w="12700">
            <a:solidFill>
              <a:srgbClr val="4A7C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194767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Artisan Marketplace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72200" y="22860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7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20–30% commission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72200" y="25603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store featuring local craftspeople. Revenue share on each sale.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246120"/>
            <a:ext cx="2651760" cy="141732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246120"/>
            <a:ext cx="91440" cy="1417320"/>
          </a:xfrm>
          <a:prstGeom prst="rect">
            <a:avLst/>
          </a:prstGeom>
          <a:solidFill>
            <a:srgbClr val="A0522D"/>
          </a:solidFill>
          <a:ln w="12700">
            <a:solidFill>
              <a:srgbClr val="A052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593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Partnerships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5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₹1L–10L / project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206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boards, heritage hotels, airlines co-creating branded cultural content.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54680" y="3246120"/>
            <a:ext cx="2651760" cy="141732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54680" y="3246120"/>
            <a:ext cx="91440" cy="1417320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3593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Curated Experiences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37560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6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₹15K–50K / person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37560" y="4206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small-group cultural immersions — the highest margin stream.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989320" y="3246120"/>
            <a:ext cx="2651760" cy="141732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89320" y="3246120"/>
            <a:ext cx="91440" cy="1417320"/>
          </a:xfrm>
          <a:prstGeom prst="rect">
            <a:avLst/>
          </a:prstGeom>
          <a:solidFill>
            <a:srgbClr val="8A8070"/>
          </a:solidFill>
          <a:ln w="12700">
            <a:solidFill>
              <a:srgbClr val="8A807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3337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72200" y="359359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Spaces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72200" y="39319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flagship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4206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 hubs, cultural centres, Experience India destinations. Phase 4.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Conservative 3-year view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50876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554480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80760" y="16276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80760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₹20L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080760" y="2322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50→500 boxes · 1 city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2743200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080760" y="28163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080760" y="312724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₹1Cr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80760" y="35112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cities · Platform live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3931920"/>
            <a:ext cx="28346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080760" y="400507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080760" y="431596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₹2.5Cr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080760" y="4700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cities · B2B contracts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timing has never been better.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402336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645920"/>
            <a:ext cx="91440" cy="13716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737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 Tourism at Record Highs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148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heritage tourism hit $32.7B in 2024 with cultural experiences as the #1 driver. The appetite for authentic India is at its peak.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402336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645920"/>
            <a:ext cx="91440" cy="13716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7373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Government Tailwinds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4608" y="2148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2026 explicitly backed India's creator economy. Swadesh Darshan, Dekho Apna Desh and the new Creator Labs are building the ecosystem SamsKruti operates in.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246120"/>
            <a:ext cx="402336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246120"/>
            <a:ext cx="91440" cy="13716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337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Creator Economy Maturing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now has 35–45 lakh active creators and 100M+ participants. Audiences are shifting from free content to paying for trusted, curated narratives.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246120"/>
            <a:ext cx="402336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3246120"/>
            <a:ext cx="91440" cy="13716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33375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+ Digital Convergence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4608" y="37490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VR/AR heritage experiences are receiving government grants. The market is actively looking for platforms that bridge physical and digital culture.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founder. Why this idea.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011680" cy="2011680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2834640" y="1600200"/>
            <a:ext cx="5943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834640" y="1600200"/>
            <a:ext cx="91440" cy="7315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6642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of Varanasi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1947672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personal knowledge of India's most culturally rich city — not just researched, but lived.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34640" y="2441448"/>
            <a:ext cx="5943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34640" y="2441448"/>
            <a:ext cx="91440" cy="7315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250545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audience first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788920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has an engaged following around Indian culture content — proving the narrative resonates.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34640" y="3282696"/>
            <a:ext cx="5943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4640" y="3282696"/>
            <a:ext cx="91440" cy="7315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334670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Researcher at heart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3630168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years traveling Indian cities, understanding local culture, traditions, and untold stories.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34640" y="4123944"/>
            <a:ext cx="59436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834640" y="4123944"/>
            <a:ext cx="91440" cy="7315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41879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 vision clarity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017520" y="4471416"/>
            <a:ext cx="5577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phased plan from boxes to platform to physical — not just building a product, building a brand.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need. What you get.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402336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64592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&amp; Content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Varanasi box production · Expanding to 3 more cities · Deep cultural research &amp; content creation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00200"/>
            <a:ext cx="402336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6916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943600" y="1691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Platform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1031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and website development · QR experience infrastructure · Membership system build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402336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918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164592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45920" y="3703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growth · Collaborations with YouTubers and travel creators · PR and launch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4023360" cy="1371600"/>
          </a:xfrm>
          <a:prstGeom prst="rect">
            <a:avLst/>
          </a:prstGeom>
          <a:solidFill>
            <a:srgbClr val="2A2A3E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2918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594360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370332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building · Legal, finance, logistics setup · Mentor network expansion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-1371600"/>
            <a:ext cx="5486400" cy="5486400"/>
          </a:xfrm>
          <a:prstGeom prst="ellipse">
            <a:avLst/>
          </a:prstGeom>
          <a:solidFill>
            <a:srgbClr val="E07B39">
              <a:alpha val="12000"/>
            </a:srgbClr>
          </a:solidFill>
          <a:ln w="12700">
            <a:solidFill>
              <a:srgbClr val="E07B39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SamsKruti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showing India.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Helping people feel India.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3657600" cy="2286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80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7B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Every city. One India.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9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www.samskruti.in</a:t>
            </a:r>
            <a:pPr algn="l"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l" indent="0" marL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contact@samskruti.in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 ·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SamsKruti Investor Pitch</dc:title>
  <dc:subject>PptxGenJS Presentation</dc:subject>
  <dc:creator>PptxGenJS</dc:creator>
  <cp:lastModifiedBy>PptxGenJS</cp:lastModifiedBy>
  <cp:revision>1</cp:revision>
  <dcterms:created xsi:type="dcterms:W3CDTF">2026-04-05T09:01:34Z</dcterms:created>
  <dcterms:modified xsi:type="dcterms:W3CDTF">2026-04-05T09:01:34Z</dcterms:modified>
</cp:coreProperties>
</file>